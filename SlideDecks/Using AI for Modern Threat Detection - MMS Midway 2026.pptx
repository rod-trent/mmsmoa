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build a hunting prompt live for anyone who brings a hypothesis.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sires.dev</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LLM06 Excessive Agency (too many tools), LLM09 Misinformation (trusting the summary), LLM05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AI-assisted hunting, prompt templates, MCP guardrails</a:t>
            </a:r>
          </a:p>
          <a:p>
            <a:r>
              <a:rPr sz="2000"/>
              <a:t>Bring a hunting hypothesis and we will build the prompt and the query together</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