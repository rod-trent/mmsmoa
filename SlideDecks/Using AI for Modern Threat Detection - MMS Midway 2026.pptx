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24" r:id="rId38"/>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 Id="rId38"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 The two new numbers are the ones that land with managers. Prophet Security 2026: 60% had an alert they ignored or never investigated later prove material - for 34%, three or more times in a year. And 40% have turned off a detection rule, or say they might, because they lack the resources to investigate what it produces. That second one is the setup for Mission 2: teams are not missing these things because the rule does not exist, they are missing them because nobody can afford to run the rule.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 Two things on this slide now. First, the MCP card no longer lists Logic Apps - it is not a documented Sentinel MCP client, and Claude/ChatGPT reach it through the prerelease custom connector, data exploration only. Second, the band: Vectra 2026, 76% of defenders say AI agents or assistants already handle more than 10% of their workload. Use it to reframe the slide from 'here is what exists' to 'you are already running most of this - the question is under what controls'.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 Callback to slide 6 if you want it: 40% have turned off a detection rule, or say they might, for lack of capacity to investigate the output (Prophet Security, 2026). That is exactly the gap this mission hunts in.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 Numbering here follows the 2026 edition of the OWASP Top 10 for LLM Applications. Excessive Agency moved from LLM06 to LLM03, Misinformation from LLM09 to LLM07, and Improper Output Handling from LLM05 to LLM10. LLM01 and LLM02 are unchanged. If someone in the room cites the older numbers, that is why - acknowledge it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build a hunting prompt live for anyone who brings a hypothesis.</a:t>
            </a:r>
          </a:p>
          <a:p/>
          <a:p>
            <a:r>
              <a:t>The gold line points back at yesterday's SOC session for anyone who missed it; slides and demos are in the repo and on the demo site.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callback slide. If you were at my MMS MOA session, slide 16 was 'From KQL Query to MCP Tool: Step-by-Step' and it was seven steps, four of them engineering. Microsoft now ships step 4 as a menu item: open a saved advanced hunting query in the Defender portal, pick 'Save as tool' from the query's context menu or from the KQL box menu, and fill in Name, Description, Collection and Default workspace. Parameters come from putting {ParameterName} directly in the KQL and then naming and describing each one. Saved tools appear on the Tools tab in Advanced hunting, and a collection gets its own MCP server URL you point a client at. Resist the urge to say 'now it is easy'. The honest line is that the plumbing went away and the judgment did not. The highest-leverage field on that panel is the description, because that is what the model reads when it decides which tool to call - Microsoft's own guidance is short, action-oriented, start with a verb and a resource, describe purpose rather than parameters. That is MOA slide 21 restated by the vendor. Caveats, once: prerelease; needs Sentinel data lake and Microsoft Defender licenses; creating, updating or deleting tools needs Security Operator, Security Admin or Global Admin while listing and invoking needs only Security Reader or Global Reader; and custom collections are consumed from Security Copilot, Copilot Studio, Foundry or VS Code - not from the claude.ai connector. About 2 minutes, and it is cuttable if you are running short - but it is the slide that lands with anyone who saw the MOA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760720"/>
            <a:ext cx="10515600" cy="804672"/>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a:p>
            <a:pPr algn="l"/>
            <a:r>
              <a:rPr sz="1400" b="0" i="1">
                <a:solidFill>
                  <a:srgbClr val="C9D6F0"/>
                </a:solidFill>
                <a:latin typeface="Calibri"/>
              </a:rPr>
              <a:t>Prophet Security, 2026: 60% say an ignored alert later proved material; 40% have turned off a detection rule, or say they might.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exposed to VS Code, Copilot Studio, Foundry, Security Copilot; Claude/ChatGPT via connector.</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
        <p:nvSpPr>
          <p:cNvPr id="9001" name="TextBox 32"/>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76% of defenders say AI agents or assistants already handle more than 10% of their workload (Vectra AI, 2026). The question is no longer whether, but under what controls.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t>Your Best Hunts Become Tools</a:t>
            </a:r>
          </a:p>
        </p:txBody>
      </p:sp>
      <p:sp>
        <p:nvSpPr>
          <p:cNvPr id="3" name="Text Placeholder 2"/>
          <p:cNvSpPr>
            <a:spLocks noGrp="1"/>
          </p:cNvSpPr>
          <p:nvPr>
            <p:ph type="body" idx="1"/>
          </p:nvPr>
        </p:nvSpPr>
        <p:spPr/>
        <p:txBody>
          <a:bodyPr/>
          <a:lstStyle/>
          <a:p>
            <a:r>
              <a:t>At MMS MOA, this was seven steps</a:t>
            </a:r>
          </a:p>
        </p:txBody>
      </p:sp>
      <p:sp>
        <p:nvSpPr>
          <p:cNvPr id="4" name="Content Placeholder 3"/>
          <p:cNvSpPr>
            <a:spLocks noGrp="1"/>
          </p:cNvSpPr>
          <p:nvPr>
            <p:ph sz="half" idx="2"/>
          </p:nvPr>
        </p:nvSpPr>
        <p:spPr/>
        <p:txBody>
          <a:bodyPr/>
          <a:lstStyle/>
          <a:p>
            <a:r>
              <a:rPr sz="1600"/>
              <a:t>Identify the repeatable KQL in your runbooks</a:t>
            </a:r>
          </a:p>
          <a:p>
            <a:r>
              <a:rPr sz="1600"/>
              <a:t>Parameterize it: time range, entity values, thresholds</a:t>
            </a:r>
          </a:p>
          <a:p>
            <a:r>
              <a:rPr sz="1600"/>
              <a:t>Define the tool schema: name, description, parameter types</a:t>
            </a:r>
          </a:p>
          <a:p>
            <a:r>
              <a:rPr sz="1600"/>
              <a:t>Implement the handler: call the API, return structured JSON</a:t>
            </a:r>
          </a:p>
          <a:p>
            <a:r>
              <a:rPr sz="1600"/>
              <a:t>Enrich: join watchlists, threat intel, entity data</a:t>
            </a:r>
          </a:p>
          <a:p>
            <a:r>
              <a:rPr sz="1600"/>
              <a:t>Test against real incidents</a:t>
            </a:r>
          </a:p>
          <a:p>
            <a:r>
              <a:rPr sz="1600"/>
              <a:t>Document it — the description is what the AI reads</a:t>
            </a:r>
          </a:p>
        </p:txBody>
      </p:sp>
      <p:sp>
        <p:nvSpPr>
          <p:cNvPr id="5" name="Text Placeholder 4"/>
          <p:cNvSpPr>
            <a:spLocks noGrp="1"/>
          </p:cNvSpPr>
          <p:nvPr>
            <p:ph type="body" sz="quarter" idx="3"/>
          </p:nvPr>
        </p:nvSpPr>
        <p:spPr/>
        <p:txBody>
          <a:bodyPr/>
          <a:lstStyle/>
          <a:p>
            <a:r>
              <a:t>Today it is a menu item</a:t>
            </a:r>
          </a:p>
        </p:txBody>
      </p:sp>
      <p:sp>
        <p:nvSpPr>
          <p:cNvPr id="6" name="Content Placeholder 5"/>
          <p:cNvSpPr>
            <a:spLocks noGrp="1"/>
          </p:cNvSpPr>
          <p:nvPr>
            <p:ph sz="quarter" idx="4"/>
          </p:nvPr>
        </p:nvSpPr>
        <p:spPr/>
        <p:txBody>
          <a:bodyPr/>
          <a:lstStyle/>
          <a:p>
            <a:r>
              <a:rPr sz="1600"/>
              <a:t>Open the saved query in Advanced hunting</a:t>
            </a:r>
          </a:p>
          <a:p>
            <a:r>
              <a:rPr sz="1600"/>
              <a:t>Type {ParameterName} inline where the values go</a:t>
            </a:r>
          </a:p>
          <a:p>
            <a:r>
              <a:rPr sz="1600"/>
              <a:t>Save as tool — name, description, collection, default workspace</a:t>
            </a:r>
          </a:p>
          <a:p>
            <a:r>
              <a:rPr sz="1600"/>
              <a:t>No handler. Microsoft runs the query. This step is gone.</a:t>
            </a:r>
          </a:p>
          <a:p>
            <a:r>
              <a:rPr sz="1600"/>
              <a:t>Enrichment still lives in your KQL</a:t>
            </a:r>
          </a:p>
          <a:p>
            <a:r>
              <a:rPr sz="1600"/>
              <a:t>Test it the way you always did</a:t>
            </a:r>
          </a:p>
          <a:p>
            <a:r>
              <a:rPr sz="1600"/>
              <a:t>The description still decides whether the agent picks it</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One step of seven went away, and it was the plumbing. The six that decide whether the agent picks the right tool are still yours. Preview; needs the data lake plus Defender licenses. Security Operator or Admin to create, Security Reader to invoke.</a:t>
            </a:r>
          </a:p>
        </p:txBody>
      </p:sp>
      <p:pic>
        <p:nvPicPr>
          <p:cNvPr id="11" name="Picture 7" descr="exclaim.png"/>
          <p:cNvPicPr>
            <a:picLocks noChangeAspect="1"/>
          </p:cNvPicPr>
          <p:nvPr/>
        </p:nvPicPr>
        <p:blipFill>
          <a:blip r:embed="rId3"/>
          <a:stretch>
            <a:fillRect/>
          </a:stretch>
        </p:blipFill>
        <p:spPr>
          <a:xfrm>
            <a:off x="1024128" y="5669280"/>
            <a:ext cx="411480" cy="4114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Same hunt. New speed.</a:t>
            </a:r>
          </a:p>
        </p:txBody>
      </p:sp>
      <p:pic>
        <p:nvPicPr>
          <p:cNvPr id="6" name="Picture 5" descr="site.png"/>
          <p:cNvPicPr>
            <a:picLocks noChangeAspect="1"/>
          </p:cNvPicPr>
          <p:nvPr/>
        </p:nvPicPr>
        <p:blipFill>
          <a:blip r:embed="rId4"/>
          <a:stretch>
            <a:fillRect/>
          </a:stretch>
        </p:blipFill>
        <p:spPr>
          <a:xfrm>
            <a:off x="1481328" y="4087368"/>
            <a:ext cx="1463040" cy="1463040"/>
          </a:xfrm>
          <a:prstGeom prst="rect">
            <a:avLst/>
          </a:prstGeom>
        </p:spPr>
      </p:pic>
      <p:sp>
        <p:nvSpPr>
          <p:cNvPr id="7" name="TextBox 6"/>
          <p:cNvSpPr txBox="1"/>
          <p:nvPr/>
        </p:nvSpPr>
        <p:spPr>
          <a:xfrm>
            <a:off x="3154680" y="452628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154680" y="489204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
        <p:nvSpPr>
          <p:cNvPr id="9" name="QR repo TextBox 6"/>
          <p:cNvSpPr txBox="1"/>
          <p:nvPr/>
        </p:nvSpPr>
        <p:spPr>
          <a:xfrm>
            <a:off x="8439912" y="452628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439912" y="489204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766560"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LLM03 Excessive Agency (too many tools), LLM07 Misinformation (trusting the summary), LLM10 Improper Output Handling (piping model output into a rule unchecked).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AI-assisted hunting, prompt templates, MCP guardrails</a:t>
            </a:r>
          </a:p>
          <a:p>
            <a:r>
              <a:rPr sz="2000" b="0"/>
              <a:t>Bring a hunting hypothesis and we will build the prompt and the query together</a:t>
            </a:r>
          </a:p>
          <a:p>
            <a:r>
              <a:rPr sz="1600" b="1">
                <a:solidFill>
                  <a:srgbClr val="F2B134"/>
                </a:solidFill>
              </a:rPr>
              <a:t>Also spoke: Empowering SOC Teams — Mon 26 Oct, 3:00pm, Seaport H  ·  slides and demos in the repo</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