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21" Type="http://schemas.openxmlformats.org/officeDocument/2006/relationships/slide" Target="slides/slide16.xml"/><Relationship Id="rId34" Type="http://schemas.openxmlformats.org/officeDocument/2006/relationships/theme" Target="theme/theme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microsoft.com/office/2016/11/relationships/changesInfo" Target="changesInfos/changesInfo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3.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Play the Pilot / RIO conceit straight, and note the co-pilot's callsign here is 'Always Skeptical'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Offer to build a hunting prompt live for anyone who brings a hypothesis.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9.svg"/><Relationship Id="rId1" Type="http://schemas.openxmlformats.org/officeDocument/2006/relationships/slideMaster" Target="../slideMasters/slideMaster1.xml"/><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3" Type="http://schemas.openxmlformats.org/officeDocument/2006/relationships/image" Target="../media/image3.svg"/><Relationship Id="rId7" Type="http://schemas.openxmlformats.org/officeDocument/2006/relationships/image" Target="../media/image18.png"/><Relationship Id="rId12" Type="http://schemas.openxmlformats.org/officeDocument/2006/relationships/image" Target="../media/image23.png"/><Relationship Id="rId17" Type="http://schemas.openxmlformats.org/officeDocument/2006/relationships/image" Target="../media/image28.png"/><Relationship Id="rId2" Type="http://schemas.openxmlformats.org/officeDocument/2006/relationships/image" Target="../media/image14.svg"/><Relationship Id="rId16" Type="http://schemas.openxmlformats.org/officeDocument/2006/relationships/image" Target="../media/image27.svg"/><Relationship Id="rId1" Type="http://schemas.openxmlformats.org/officeDocument/2006/relationships/slideMaster" Target="../slideMasters/slideMaster1.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5" Type="http://schemas.openxmlformats.org/officeDocument/2006/relationships/image" Target="../media/image26.png"/><Relationship Id="rId10" Type="http://schemas.openxmlformats.org/officeDocument/2006/relationships/image" Target="../media/image21.png"/><Relationship Id="rId19" Type="http://schemas.openxmlformats.org/officeDocument/2006/relationships/image" Target="../media/image30.png"/><Relationship Id="rId4" Type="http://schemas.openxmlformats.org/officeDocument/2006/relationships/image" Target="../media/image15.png"/><Relationship Id="rId9" Type="http://schemas.openxmlformats.org/officeDocument/2006/relationships/image" Target="../media/image20.png"/><Relationship Id="rId14" Type="http://schemas.openxmlformats.org/officeDocument/2006/relationships/image" Target="../media/image25.png"/></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1.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2.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4.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0.png"/><Relationship Id="rId1" Type="http://schemas.openxmlformats.org/officeDocument/2006/relationships/slideMaster" Target="../slideMasters/slideMaster2.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3" Type="http://schemas.openxmlformats.org/officeDocument/2006/relationships/image" Target="../media/image3.svg"/><Relationship Id="rId7" Type="http://schemas.openxmlformats.org/officeDocument/2006/relationships/image" Target="../media/image18.png"/><Relationship Id="rId12" Type="http://schemas.openxmlformats.org/officeDocument/2006/relationships/image" Target="../media/image23.png"/><Relationship Id="rId17" Type="http://schemas.openxmlformats.org/officeDocument/2006/relationships/image" Target="../media/image28.png"/><Relationship Id="rId2" Type="http://schemas.openxmlformats.org/officeDocument/2006/relationships/image" Target="../media/image14.svg"/><Relationship Id="rId16" Type="http://schemas.openxmlformats.org/officeDocument/2006/relationships/image" Target="../media/image27.svg"/><Relationship Id="rId1" Type="http://schemas.openxmlformats.org/officeDocument/2006/relationships/slideMaster" Target="../slideMasters/slideMaster2.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5" Type="http://schemas.openxmlformats.org/officeDocument/2006/relationships/image" Target="../media/image26.png"/><Relationship Id="rId10" Type="http://schemas.openxmlformats.org/officeDocument/2006/relationships/image" Target="../media/image21.png"/><Relationship Id="rId19" Type="http://schemas.openxmlformats.org/officeDocument/2006/relationships/image" Target="../media/image30.png"/><Relationship Id="rId4" Type="http://schemas.openxmlformats.org/officeDocument/2006/relationships/image" Target="../media/image15.png"/><Relationship Id="rId9" Type="http://schemas.openxmlformats.org/officeDocument/2006/relationships/image" Target="../media/image20.png"/><Relationship Id="rId14"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sv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image" Target="../media/image31.svg"/><Relationship Id="rId2" Type="http://schemas.openxmlformats.org/officeDocument/2006/relationships/slideLayout" Target="../slideLayouts/slideLayout17.xml"/><Relationship Id="rId16" Type="http://schemas.openxmlformats.org/officeDocument/2006/relationships/theme" Target="../theme/theme2.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38.png"/><Relationship Id="rId5" Type="http://schemas.openxmlformats.org/officeDocument/2006/relationships/image" Target="../media/image37.svg"/><Relationship Id="rId4" Type="http://schemas.openxmlformats.org/officeDocument/2006/relationships/image" Target="../media/image3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xml"/><Relationship Id="rId1" Type="http://schemas.openxmlformats.org/officeDocument/2006/relationships/slideLayout" Target="../slideLayouts/slideLayout9.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9.xml"/><Relationship Id="rId1" Type="http://schemas.openxmlformats.org/officeDocument/2006/relationships/slideLayout" Target="../slideLayouts/slideLayout9.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10.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7.png"/><Relationship Id="rId7" Type="http://schemas.openxmlformats.org/officeDocument/2006/relationships/image" Target="../media/image53.png"/><Relationship Id="rId12" Type="http://schemas.openxmlformats.org/officeDocument/2006/relationships/image" Target="../media/image57.png"/><Relationship Id="rId2" Type="http://schemas.openxmlformats.org/officeDocument/2006/relationships/notesSlide" Target="../notesSlides/notesSlide10.xml"/><Relationship Id="rId1" Type="http://schemas.openxmlformats.org/officeDocument/2006/relationships/slideLayout" Target="../slideLayouts/slideLayout9.xml"/><Relationship Id="rId6" Type="http://schemas.openxmlformats.org/officeDocument/2006/relationships/image" Target="../media/image52.png"/><Relationship Id="rId11" Type="http://schemas.openxmlformats.org/officeDocument/2006/relationships/image" Target="../media/image56.png"/><Relationship Id="rId5" Type="http://schemas.openxmlformats.org/officeDocument/2006/relationships/image" Target="../media/image51.png"/><Relationship Id="rId10" Type="http://schemas.openxmlformats.org/officeDocument/2006/relationships/image" Target="../media/image40.png"/><Relationship Id="rId4" Type="http://schemas.openxmlformats.org/officeDocument/2006/relationships/image" Target="../media/image50.png"/><Relationship Id="rId9" Type="http://schemas.openxmlformats.org/officeDocument/2006/relationships/image" Target="../media/image55.png"/></Relationships>
</file>

<file path=ppt/slides/_rels/slide11.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8.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9.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6.png"/></Relationships>
</file>

<file path=ppt/slides/_rels/slide12.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43.png"/><Relationship Id="rId2" Type="http://schemas.openxmlformats.org/officeDocument/2006/relationships/notesSlide" Target="../notesSlides/notesSlide12.xml"/><Relationship Id="rId1" Type="http://schemas.openxmlformats.org/officeDocument/2006/relationships/slideLayout" Target="../slideLayouts/slideLayout9.xml"/><Relationship Id="rId6" Type="http://schemas.openxmlformats.org/officeDocument/2006/relationships/image" Target="../media/image39.png"/><Relationship Id="rId5" Type="http://schemas.openxmlformats.org/officeDocument/2006/relationships/image" Target="../media/image59.png"/><Relationship Id="rId4" Type="http://schemas.openxmlformats.org/officeDocument/2006/relationships/image" Target="../media/image5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image" Target="../media/image50.png"/><Relationship Id="rId7"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9.xml"/><Relationship Id="rId6" Type="http://schemas.openxmlformats.org/officeDocument/2006/relationships/image" Target="../media/image62.png"/><Relationship Id="rId5" Type="http://schemas.openxmlformats.org/officeDocument/2006/relationships/image" Target="../media/image51.png"/><Relationship Id="rId4" Type="http://schemas.openxmlformats.org/officeDocument/2006/relationships/image" Target="../media/image49.png"/></Relationships>
</file>

<file path=ppt/slides/_rels/slide2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20.xml"/><Relationship Id="rId1" Type="http://schemas.openxmlformats.org/officeDocument/2006/relationships/slideLayout" Target="../slideLayouts/slideLayout9.xml"/><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55.png"/><Relationship Id="rId7" Type="http://schemas.openxmlformats.org/officeDocument/2006/relationships/image" Target="../media/image51.png"/><Relationship Id="rId12" Type="http://schemas.openxmlformats.org/officeDocument/2006/relationships/image" Target="../media/image58.png"/><Relationship Id="rId2" Type="http://schemas.openxmlformats.org/officeDocument/2006/relationships/notesSlide" Target="../notesSlides/notesSlide21.xml"/><Relationship Id="rId1" Type="http://schemas.openxmlformats.org/officeDocument/2006/relationships/slideLayout" Target="../slideLayouts/slideLayout9.xml"/><Relationship Id="rId6" Type="http://schemas.openxmlformats.org/officeDocument/2006/relationships/image" Target="../media/image52.png"/><Relationship Id="rId11" Type="http://schemas.openxmlformats.org/officeDocument/2006/relationships/image" Target="../media/image53.png"/><Relationship Id="rId5" Type="http://schemas.openxmlformats.org/officeDocument/2006/relationships/image" Target="../media/image40.png"/><Relationship Id="rId10" Type="http://schemas.openxmlformats.org/officeDocument/2006/relationships/image" Target="../media/image57.png"/><Relationship Id="rId4" Type="http://schemas.openxmlformats.org/officeDocument/2006/relationships/image" Target="../media/image47.png"/><Relationship Id="rId9" Type="http://schemas.openxmlformats.org/officeDocument/2006/relationships/image" Target="../media/image56.png"/></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2.xml"/><Relationship Id="rId1" Type="http://schemas.openxmlformats.org/officeDocument/2006/relationships/slideLayout" Target="../slideLayouts/slideLayout9.xml"/><Relationship Id="rId6" Type="http://schemas.openxmlformats.org/officeDocument/2006/relationships/image" Target="../media/image52.png"/><Relationship Id="rId5" Type="http://schemas.openxmlformats.org/officeDocument/2006/relationships/image" Target="../media/image45.png"/><Relationship Id="rId4" Type="http://schemas.openxmlformats.org/officeDocument/2006/relationships/image" Target="../media/image59.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4">
            <a:extLst>
              <a:ext uri="{28A0092B-C50C-407E-A947-70E740481C1C}">
                <a14:useLocalDpi xmlns:a14="http://schemas.microsoft.com/office/drawing/2010/main" val="0"/>
              </a:ext>
            </a:extLst>
          </a:blip>
          <a:srcRect/>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Threat Hunter</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hunt-ops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Always Skeptical</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94360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tools exposed to Claude, ChatGPT, VS Code, Copilot Studio, Foundry, Logic Apps.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Same hunt. New speed.</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LLM06 Excessive Agency (too many tools), LLM09 Misinformation (trusting the summary), LLM05 Improper Output Handling (piping model output into a rule unchecked).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a:t>Rod Trent: [day and time TBD]</a:t>
            </a:r>
          </a:p>
          <a:p>
            <a:r>
              <a:rPr sz="2000"/>
              <a:t>Topics: AI-assisted hunting, prompt templates, MCP guardrails</a:t>
            </a:r>
          </a:p>
          <a:p>
            <a:r>
              <a:rPr sz="2000"/>
              <a:t>Bring a hunting hypothesis and we will build the prompt and the query together</a:t>
            </a:r>
          </a:p>
        </p:txBody>
      </p:sp>
    </p:spTree>
    <p:extLst>
      <p:ext uri="{BB962C8B-B14F-4D97-AF65-F5344CB8AC3E}">
        <p14:creationId xmlns:p14="http://schemas.microsoft.com/office/powerpoint/2010/main" val="16517027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