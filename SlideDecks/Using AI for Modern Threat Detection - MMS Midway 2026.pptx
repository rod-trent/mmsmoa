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build a hunting prompt live for anyone who brings a hypothesis.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4">
            <a:extLst>
              <a:ext uri="{28A0092B-C50C-407E-A947-70E740481C1C}">
                <a14:useLocalDpi xmlns:a14="http://schemas.microsoft.com/office/drawing/2010/main" val="0"/>
              </a:ext>
            </a:extLst>
          </a:blip>
          <a:srcRect/>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sires.dev</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94360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tools exposed to Claude, ChatGPT, VS Code, Copilot Studio, Foundry, Logic Apps.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LLM06 Excessive Agency (too many tools), LLM09 Misinformation (trusting the summary), LLM05 Improper Output Handling (piping model output into a rule unchecked).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AI-assisted hunting, prompt templates, MCP guardrails</a:t>
            </a:r>
          </a:p>
          <a:p>
            <a:r>
              <a:rPr sz="2000"/>
              <a:t>Bring a hunting hypothesis and we will build the prompt and the query together</a:t>
            </a:r>
          </a:p>
        </p:txBody>
      </p:sp>
    </p:spTree>
    <p:extLst>
      <p:ext uri="{BB962C8B-B14F-4D97-AF65-F5344CB8AC3E}">
        <p14:creationId xmlns:p14="http://schemas.microsoft.com/office/powerpoint/2010/main" val="16517027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