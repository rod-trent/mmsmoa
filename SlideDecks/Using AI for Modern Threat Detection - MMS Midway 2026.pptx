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38"/>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 Id="rId38"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One step of seven went away, and it was the plumbing. The six that decide whether the agent picks the right tool are still yours. Preview; needs the data lake plus Defender licenses. Security Operator or Admin to create, Security Reader to invoke.</a:t>
            </a:r>
          </a:p>
        </p:txBody>
      </p:sp>
      <p:pic>
        <p:nvPicPr>
          <p:cNvPr id="11" name="Picture 7" descr="exclaim.png"/>
          <p:cNvPicPr>
            <a:picLocks noChangeAspect="1"/>
          </p:cNvPicPr>
          <p:nvPr/>
        </p:nvPicPr>
        <p:blipFill>
          <a:blip r:embed="rId3"/>
          <a:stretch>
            <a:fillRect/>
          </a:stretch>
        </p:blipFill>
        <p:spPr>
          <a:xfrm>
            <a:off x="1024128" y="5669280"/>
            <a:ext cx="411480" cy="4114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