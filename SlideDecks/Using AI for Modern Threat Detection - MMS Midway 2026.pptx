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build a hunting prompt live for anyone who brings a hypothesis.</a:t>
            </a:r>
          </a:p>
          <a:p/>
          <a:p>
            <a:r>
              <a:t>The gold line points back at yesterday's SOC session for anyone who missed it; slides and demos are in the repo and on the demo site.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6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94360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tools exposed to Claude, ChatGPT, VS Code, Copilot Studio, Foundry, Logic Apps.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Same hunt. New speed.</a:t>
            </a:r>
          </a:p>
        </p:txBody>
      </p:sp>
      <p:pic>
        <p:nvPicPr>
          <p:cNvPr id="6" name="Picture 5" descr="site.png"/>
          <p:cNvPicPr>
            <a:picLocks noChangeAspect="1"/>
          </p:cNvPicPr>
          <p:nvPr/>
        </p:nvPicPr>
        <p:blipFill>
          <a:blip r:embed="rId4"/>
          <a:stretch>
            <a:fillRect/>
          </a:stretch>
        </p:blipFill>
        <p:spPr>
          <a:xfrm>
            <a:off x="1874519" y="5138928"/>
            <a:ext cx="1463040" cy="1463040"/>
          </a:xfrm>
          <a:prstGeom prst="rect">
            <a:avLst/>
          </a:prstGeom>
        </p:spPr>
      </p:pic>
      <p:sp>
        <p:nvSpPr>
          <p:cNvPr id="7" name="TextBox 6"/>
          <p:cNvSpPr txBox="1"/>
          <p:nvPr/>
        </p:nvSpPr>
        <p:spPr>
          <a:xfrm>
            <a:off x="3547872"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547872"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LLM06 Excessive Agency (too many tools), LLM09 Misinformation (trusting the summary), LLM05 Improper Output Handling (piping model output into a rule unchecked).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AI-assisted hunting, prompt templates, MCP guardrails</a:t>
            </a:r>
          </a:p>
          <a:p>
            <a:r>
              <a:rPr sz="2000" b="0"/>
              <a:t>Bring a hunting hypothesis and we will build the prompt and the query together</a:t>
            </a:r>
          </a:p>
          <a:p>
            <a:r>
              <a:rPr sz="1600" b="1">
                <a:solidFill>
                  <a:srgbClr val="F2B134"/>
                </a:solidFill>
              </a:rPr>
              <a:t>Also spoke: Empowering SOC Teams — Mon 26 Oct, 3:00pm, Seaport H  ·  slides and demos in the repo</a:t>
            </a:r>
          </a:p>
        </p:txBody>
      </p:sp>
    </p:spTree>
    <p:extLst>
      <p:ext uri="{BB962C8B-B14F-4D97-AF65-F5344CB8AC3E}">
        <p14:creationId xmlns:p14="http://schemas.microsoft.com/office/powerpoint/2010/main" val="16517027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