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Mention that the Sentinel MCP server officially supports Claude, ChatGPT, VS Code, Security Copilot, Copilot Studio, Foundry, and Logic Apps.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Logic Apps or Copilot Studio for low-code.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same Sentinel MCP connection plus the Triage collection (Defender incidents, alerts, evidence, entities, advanced hunting).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whiteboard an agent for their noisiest alert class.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getnerdio.com</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Sentinel MCP setup, SOC agent design, measuring ROI</a:t>
            </a:r>
          </a:p>
          <a:p>
            <a:r>
              <a:rPr sz="2000"/>
              <a:t>Bring your noisiest alert class and we will sketch the agent together</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