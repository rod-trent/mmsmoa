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Mention that the Sentinel MCP server officially supports Claude, ChatGPT, VS Code, Security Copilot, Copilot Studio, Foundry, and Logic Apps.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Logic Apps or Copilot Studio for low-code.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same Sentinel MCP connection plus the Triage collection (Defender incidents, alerts, evidence, entities, advanced hunting).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whiteboard an agent for their noisiest alert class.</a:t>
            </a:r>
          </a:p>
          <a:p/>
          <a:p>
            <a:r>
              <a:t>The gold line plugs tomorrow's session (Using AI for Modern Threat Detection, Tue 27 Oct 10:00am, Seaport G). Say it out loud - the hunting session picks up the same campaign this one investigates.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2.png"/><Relationship Id="rId4" Type="http://schemas.openxmlformats.org/officeDocument/2006/relationships/image" Target="../media/image6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kengoossens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junior analysts leave</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within three years (SANS, 2025)</a:t>
            </a:r>
          </a:p>
        </p:txBody>
      </p:sp>
      <p:sp>
        <p:nvSpPr>
          <p:cNvPr id="27" name="TextBox 26"/>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320040"/>
          </a:xfrm>
          <a:prstGeom prst="rect">
            <a:avLst/>
          </a:prstGeom>
          <a:noFill/>
        </p:spPr>
        <p:txBody>
          <a:bodyPr wrap="square" lIns="0" tIns="18288" rIns="0" bIns="18288" anchor="t">
            <a:spAutoFit/>
          </a:bodyPr>
          <a:lstStyle/>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Watch the pattern. Steal the pattern.</a:t>
            </a:r>
          </a:p>
        </p:txBody>
      </p:sp>
      <p:pic>
        <p:nvPicPr>
          <p:cNvPr id="6" name="Picture 5" descr="site.png"/>
          <p:cNvPicPr>
            <a:picLocks noChangeAspect="1"/>
          </p:cNvPicPr>
          <p:nvPr/>
        </p:nvPicPr>
        <p:blipFill>
          <a:blip r:embed="rId4"/>
          <a:stretch>
            <a:fillRect/>
          </a:stretch>
        </p:blipFill>
        <p:spPr>
          <a:xfrm>
            <a:off x="1874519" y="5138928"/>
            <a:ext cx="1463040" cy="1463040"/>
          </a:xfrm>
          <a:prstGeom prst="rect">
            <a:avLst/>
          </a:prstGeom>
        </p:spPr>
      </p:pic>
      <p:sp>
        <p:nvSpPr>
          <p:cNvPr id="7" name="TextBox 6"/>
          <p:cNvSpPr txBox="1"/>
          <p:nvPr/>
        </p:nvSpPr>
        <p:spPr>
          <a:xfrm>
            <a:off x="3547872" y="557784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547872" y="594360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industry average</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Sentinel MCP setup, SOC agent design, measuring ROI</a:t>
            </a:r>
          </a:p>
          <a:p>
            <a:r>
              <a:rPr sz="2000" b="0"/>
              <a:t>Bring your noisiest alert class and we will sketch the agent together</a:t>
            </a:r>
          </a:p>
          <a:p>
            <a:r>
              <a:rPr sz="1600" b="1">
                <a:solidFill>
                  <a:srgbClr val="F2B134"/>
                </a:solidFill>
              </a:rPr>
              <a:t>Also speaking: Using AI for Modern Threat Detection — Tue 27 Oct, 10:00am, Seaport G</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