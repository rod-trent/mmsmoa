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6144768"/>
            <a:ext cx="10515600" cy="603504"/>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6245352"/>
            <a:ext cx="411480" cy="411480"/>
          </a:xfrm>
          <a:prstGeom prst="rect">
            <a:avLst/>
          </a:prstGeom>
        </p:spPr>
      </p:pic>
      <p:sp>
        <p:nvSpPr>
          <p:cNvPr id="29" name="TextBox 28"/>
          <p:cNvSpPr txBox="1"/>
          <p:nvPr/>
        </p:nvSpPr>
        <p:spPr>
          <a:xfrm>
            <a:off x="1554480" y="6144768"/>
            <a:ext cx="9692640" cy="603504"/>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