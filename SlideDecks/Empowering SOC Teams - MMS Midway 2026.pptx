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11 minutes with step 7, or 9 if you cut).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 Step 7 uses the PREVIEW graph tools, which need two more things than the rest of Mission 1: the data lake onboarded to the Defender portal, and at least read-only access in Microsoft Security Exposure Management. They bill against the Sentinel graph meter. If you are running long, cut the 'can it write?' detour; if the tenant is misbehaving, step 7 is the first thing to drop - it is the newest and least stable part of the demo, and the offline version in the demo site always works.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 Step 7 is new and it is the one people will ask about afterwards. Two things to land: the key vault is NOT in the blast radius because PIM eligibility is not activation - a tool that counted edges would have got that wrong - and there are two doors into the mailbox, so revoking the OAuth grant has to come BEFORE the password reset. Containment order is a graph question. The graph tools are preview and bill against the Sentinel graph meter, so say 'preview'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560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788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670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2999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3703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3931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3813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142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6144768"/>
            <a:ext cx="10515600" cy="603504"/>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6245352"/>
            <a:ext cx="411480" cy="411480"/>
          </a:xfrm>
          <a:prstGeom prst="rect">
            <a:avLst/>
          </a:prstGeom>
        </p:spPr>
      </p:pic>
      <p:sp>
        <p:nvSpPr>
          <p:cNvPr id="29" name="TextBox 28"/>
          <p:cNvSpPr txBox="1"/>
          <p:nvPr/>
        </p:nvSpPr>
        <p:spPr>
          <a:xfrm>
            <a:off x="1554480" y="6144768"/>
            <a:ext cx="9692640" cy="603504"/>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
        <p:nvSpPr>
          <p:cNvPr id="30" name="Rounded Rectangle 98-g7"/>
          <p:cNvSpPr/>
          <p:nvPr/>
        </p:nvSpPr>
        <p:spPr>
          <a:xfrm>
            <a:off x="841248" y="4846320"/>
            <a:ext cx="5166360" cy="1024128"/>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99-g7"/>
          <p:cNvSpPr/>
          <p:nvPr/>
        </p:nvSpPr>
        <p:spPr>
          <a:xfrm>
            <a:off x="1024128" y="5074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7</a:t>
            </a:r>
          </a:p>
        </p:txBody>
      </p:sp>
      <p:sp>
        <p:nvSpPr>
          <p:cNvPr id="32" name="TextBox 90-g7"/>
          <p:cNvSpPr txBox="1"/>
          <p:nvPr/>
        </p:nvSpPr>
        <p:spPr>
          <a:xfrm>
            <a:off x="1709928" y="4956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Map the blast radius</a:t>
            </a:r>
          </a:p>
        </p:txBody>
      </p:sp>
      <p:sp>
        <p:nvSpPr>
          <p:cNvPr id="33" name="TextBox 91-g7"/>
          <p:cNvSpPr txBox="1"/>
          <p:nvPr/>
        </p:nvSpPr>
        <p:spPr>
          <a:xfrm>
            <a:off x="1709928" y="5285231"/>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Preview graph tools: what the account can actually reach, what is blocked and why, and why a reset alone will not close 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go.rodtrent.com/go/8sxe66m</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