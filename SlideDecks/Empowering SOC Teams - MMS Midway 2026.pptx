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 The 60% is the stake: Prophet Security's 2026 survey found 60% of respondents had an alert they ignored or never investigated later prove material - customer data exposed, systems down, or business disrupted - and for 34% of them that happened three or more times in twelve months. Pair it with the 42% tile: the queue is not just long, the things being skipped are real. Prophet puts the uninvestigated rate at 28% average, 22% median, with 39% of teams leaving 30% or more untouched, so if someone challenges the 42% you have a second source that tells the same story.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 The new caption is the whole argument of the slide: Vectra's 2026 report has average volume falling from 3,832 to 2,992 alerts a day, yet 63% of alerts still go unaddressed. Less water, same size bucket. Vectra surveyed 1,450 practitioners and published it on 10 February 2026.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 The 76% is your answer to 'is anyone actually doing this?' - Vectra 2026: 76% of defenders say AI agents or assistants already handle more than 10% of their workload. Most of that is Level 1. The point of the ladder is that the value and the risk both change as you climb, and that 76% have already started climbing whether or not they governed it. Related: 71% say they set aside important security tasks at least two days a week.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 Two baselines for the uninvestigated rate now: Microsoft/Omdia's 42% and Prophet's 28% average (22% median) from 2026. Use whichever is closer to the room's reality - the point is to measure your own for 30 days, not to adopt an industry number.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530352"/>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a:p>
            <a:pPr algn="l"/>
            <a:r>
              <a:rPr sz="1400" b="0" i="1">
                <a:solidFill>
                  <a:srgbClr val="C9D6F0"/>
                </a:solidFill>
                <a:latin typeface="Calibri"/>
              </a:rPr>
              <a:t>And it matters: 60% say an alert they ignored or never investigated later proved material (Prophet Security,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603504"/>
          </a:xfrm>
          <a:prstGeom prst="rect">
            <a:avLst/>
          </a:prstGeom>
          <a:noFill/>
        </p:spPr>
        <p:txBody>
          <a:bodyPr wrap="square" lIns="0" tIns="18288" rIns="0" bIns="18288" anchor="t">
            <a:spAutoFit/>
          </a:bodyPr>
          <a:lstStyle/>
          <a:p>
            <a:pPr algn="l"/>
            <a:r>
              <a:rPr sz="1150" b="0" i="0">
                <a:solidFill>
                  <a:srgbClr val="C9D6F0"/>
                </a:solidFill>
                <a:latin typeface="Calibri"/>
              </a:rPr>
              <a:t>The queue shrank. The gap did not — 63% of alerts still go unaddressed.</a:t>
            </a:r>
          </a:p>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658368"/>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a:p>
            <a:pPr algn="l"/>
            <a:r>
              <a:rPr sz="1300" b="0" i="1">
                <a:solidFill>
                  <a:srgbClr val="C9D6F0"/>
                </a:solidFill>
                <a:latin typeface="Calibri"/>
              </a:rPr>
              <a:t>This is not hypothetical: 76% of defenders say AI agents or assistants already handle more than 10% of their workload (Vectra AI, 2026).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(Omdia) or 28% (Prophet, 2026)</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