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two QRs and URLs on this slide are short links, so the screen no longer shows the real address. go.rodtrent.com/go/8sxe66m is the demo site: it opens mms-midway-demos.vercel.app/?s=soc, this session's own tab. go.rodtrent.com/go/eje7vdj is the repo, github.com/rod-trent/MMSMOA. If anyone asks, the site is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a:p/>
          <a:p>
            <a:r>
              <a:t>Both URLs on the footer are short links. go.rodtrent.com/go/8sxe66m is the demo site (mms-midway-demos.vercel.app/?s=soc, this session's tab) and go.rodtrent.com/go/eje7vdj is the repo (github.com/rod-trent/MMSMOA). If anyone asks for the real address, the site is mms-midway-demos.vercel.app - worth having ready, because the slide does not show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62%</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doubt retention efforts</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and 3-5 years is the most common SOC tenure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go.rodtrent.com/go/8sxe66m</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go.rodtrent.com/go/8sxe66m</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